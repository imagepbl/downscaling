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F25E5-92A5-718C-9A13-F0F60B137D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43396-C84D-3DAD-2A4E-8F546C212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CAA47-DD41-7986-04F9-EE9959BD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4838-3EDE-4F21-9C79-800EA9C6132C}" type="datetimeFigureOut">
              <a:rPr lang="en-NL" smtClean="0"/>
              <a:t>23/08/2026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1BAEB-27FD-F337-7529-13EF32365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911E-8ADA-024A-E14F-25ED9266C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A9E2-684C-417E-B92D-BE15D8D0B3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56250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49C5-ECE7-B076-6E49-CEB804F41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DD4B5-6E9F-E44C-7F1D-C0A8D3C43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2E50A-507B-4C0A-5C7E-4784582B6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4838-3EDE-4F21-9C79-800EA9C6132C}" type="datetimeFigureOut">
              <a:rPr lang="en-NL" smtClean="0"/>
              <a:t>23/08/2026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013B9-AC0F-175F-8C38-5D1657229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9FA6-88AB-9825-9CFA-22319357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A9E2-684C-417E-B92D-BE15D8D0B3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66550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BB91-F159-1861-AB7E-086C7F438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5D5E2-FCFD-4BD0-5003-826D3B804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D3FB8-BC48-BB51-D9EF-002DDE8B6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4838-3EDE-4F21-9C79-800EA9C6132C}" type="datetimeFigureOut">
              <a:rPr lang="en-NL" smtClean="0"/>
              <a:t>23/08/2026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2CB15-F580-B6AB-48E4-7A8F41DF7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C2AE9-AFE9-001F-4840-F6718C28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A9E2-684C-417E-B92D-BE15D8D0B3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63262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F3EC-CE6E-A908-E743-B9C65CCDA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DAE82-B8AD-9929-7936-DFF32486E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D3D89-4ECB-CB7A-4F46-52BFBDDC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60D3D-391C-A149-8166-239AD7CA1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4838-3EDE-4F21-9C79-800EA9C6132C}" type="datetimeFigureOut">
              <a:rPr lang="en-NL" smtClean="0"/>
              <a:t>23/08/2026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3F2CC-7EED-D0EF-30F5-D70624461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A8CA4-DC04-C6F3-DD89-448FA066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A9E2-684C-417E-B92D-BE15D8D0B3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81906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2C697-B49B-91E5-B4D7-7F7D0BEA5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5B5DC-2DE4-0FBE-27D1-259BFC4BD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DA3DA-B726-C293-843E-8AC86E20D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F8E80-26EC-B98B-F34B-6D253E34F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0BE81-FA74-3ABD-D46F-B5E76A1BB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87FBF9-B9F1-6E48-225F-C0A0EA4F7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4838-3EDE-4F21-9C79-800EA9C6132C}" type="datetimeFigureOut">
              <a:rPr lang="en-NL" smtClean="0"/>
              <a:t>23/08/2026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C2315F-EB08-3863-AA50-8B1037208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E527F0-A89D-2458-1293-E653C3B4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A9E2-684C-417E-B92D-BE15D8D0B3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97524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1EB72-7C6F-392D-4B83-D8536E2D8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2C81E-1342-7C54-C381-B537155C5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4838-3EDE-4F21-9C79-800EA9C6132C}" type="datetimeFigureOut">
              <a:rPr lang="en-NL" smtClean="0"/>
              <a:t>23/08/2026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A3702-6D43-E7FA-C6F1-CD960B54E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17D6CB-5BB5-6AEC-B0C8-11BAB9BDE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A9E2-684C-417E-B92D-BE15D8D0B3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97092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6A010A-35FD-5038-7241-CB9A0960F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4838-3EDE-4F21-9C79-800EA9C6132C}" type="datetimeFigureOut">
              <a:rPr lang="en-NL" smtClean="0"/>
              <a:t>23/08/2026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C0F00F-81D3-2C12-4D6D-142BD731C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2DEF4-4E49-E447-CC82-E54EDFB34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A9E2-684C-417E-B92D-BE15D8D0B3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03601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F2254-F731-D4C4-506C-E13662B1B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F2F02-9BD6-36D4-FE70-09992BDED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0A43D8-D1DE-941A-D15F-EFE60900D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C15DC-6607-636F-6F65-5778E1F06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4838-3EDE-4F21-9C79-800EA9C6132C}" type="datetimeFigureOut">
              <a:rPr lang="en-NL" smtClean="0"/>
              <a:t>23/08/2026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727D8-444F-EB07-8E5C-3EBECECC8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7F919-C0E0-A0FD-83AD-3FBE3AC4D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A9E2-684C-417E-B92D-BE15D8D0B3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5421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75EA-5057-6E10-4081-027339594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3CC74C-404E-6042-8C90-E4A60FB35B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B26A4-CE06-8A95-7AEE-57F2A5BD1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987C7-2D05-1FC9-C9AF-929C3617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4838-3EDE-4F21-9C79-800EA9C6132C}" type="datetimeFigureOut">
              <a:rPr lang="en-NL" smtClean="0"/>
              <a:t>23/08/2026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13798-2BBB-A035-FA2A-41F7A26CA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FA9A7-287F-147C-9859-6B2B37F89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A9E2-684C-417E-B92D-BE15D8D0B3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59708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6CAE-A3AF-5E9A-8AD7-A475D0936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787C5-60CF-42FC-C8B3-E3A081B15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06CF7-2A33-DF79-A299-005B34BD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4838-3EDE-4F21-9C79-800EA9C6132C}" type="datetimeFigureOut">
              <a:rPr lang="en-NL" smtClean="0"/>
              <a:t>23/08/2026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6FA4A-D058-2827-CF52-07B7860EF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02D40-8BCC-8C85-3248-DA07AD3E3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A9E2-684C-417E-B92D-BE15D8D0B3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4204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95CF12-715E-A65C-EDAF-93DE0BC33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D90D7-7D24-322D-2778-B901CF05F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FC1F5-6B4F-926F-F716-BD41FDBF9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4838-3EDE-4F21-9C79-800EA9C6132C}" type="datetimeFigureOut">
              <a:rPr lang="en-NL" smtClean="0"/>
              <a:t>23/08/2026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946DC-E652-4A47-A998-9BC3C61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5CBFB-B735-1FD2-ACDF-CEED3477C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A9E2-684C-417E-B92D-BE15D8D0B3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0770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C37C66-39E2-BAE5-E84A-8D4BBA996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B810F-5C99-7E1A-D3A8-58EB0E368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85AA0-8298-EB3A-21AD-402A4F9055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A4838-3EDE-4F21-9C79-800EA9C6132C}" type="datetimeFigureOut">
              <a:rPr lang="en-NL" smtClean="0"/>
              <a:t>23/08/2026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93F3-2842-F4CD-4B49-CDA0EAC9B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5A968-8746-D8D0-6A46-4AE78CD47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AA9E2-684C-417E-B92D-BE15D8D0B3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993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726265-0B1D-76BD-E82D-3C399FB62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140477"/>
              </p:ext>
            </p:extLst>
          </p:nvPr>
        </p:nvGraphicFramePr>
        <p:xfrm>
          <a:off x="616204" y="1821212"/>
          <a:ext cx="2565400" cy="247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500176573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09115759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GID_0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NAME_0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02318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ABW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Aruba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293944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Afghanistan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55435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AGO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Angola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34823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AIA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Anguilla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4672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ALA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 dirty="0" err="1">
                          <a:effectLst/>
                        </a:rPr>
                        <a:t>Åland</a:t>
                      </a:r>
                      <a:endParaRPr lang="en-N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146100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ALB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Albania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216071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AND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Andorra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13077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ARE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United Arab Emirates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656127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ARG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Argentina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958963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ARM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Armenia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020623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ASM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American Samoa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85607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ATA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 dirty="0">
                          <a:effectLst/>
                        </a:rPr>
                        <a:t>Antarctica</a:t>
                      </a:r>
                      <a:endParaRPr lang="en-N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460806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C389C4-C903-975F-F439-B44F16DD2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916536"/>
              </p:ext>
            </p:extLst>
          </p:nvPr>
        </p:nvGraphicFramePr>
        <p:xfrm>
          <a:off x="4433824" y="1821212"/>
          <a:ext cx="2794000" cy="247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6543908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403943385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GID_1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NAME_1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26816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AFG.10_1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 dirty="0">
                          <a:effectLst/>
                        </a:rPr>
                        <a:t>Ghor</a:t>
                      </a:r>
                      <a:endParaRPr lang="en-N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701927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AFG.11_1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Hilmand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323688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AFG.12_1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Hirat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27537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AFG.13_1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Jawzjan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99559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AFG.14_1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Kabul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14526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AFG.15_1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Kandahar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3531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AFG.16_1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Kapisa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125089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AFG.17_1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Khost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55375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AFG.18_1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Kunar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44413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AFG.19_1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Kunduz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052780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Badakhshan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08144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AFG.20_1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 dirty="0">
                          <a:effectLst/>
                        </a:rPr>
                        <a:t>Laghman</a:t>
                      </a:r>
                      <a:endParaRPr lang="en-N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3544664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89B506-7A5D-1D76-BEA5-9920876E4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766064"/>
              </p:ext>
            </p:extLst>
          </p:nvPr>
        </p:nvGraphicFramePr>
        <p:xfrm>
          <a:off x="7813040" y="1821212"/>
          <a:ext cx="3149600" cy="247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3816783095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41385817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GID_2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NAME_2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03890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AFG.1.10_1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Shahri Buzurg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496802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AFG.1.11_1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Shighnan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896143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AFG.1.12_1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Wakhan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28452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AFG.1.13_1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Zebak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498832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AFG.1.1_1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Baharak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548172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AFG.1.2_1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Darwaz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69888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AFG.1.3_1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Fayzabad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792108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AFG.1.4_1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Ishkashim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048763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AFG.1.5_1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Jurm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886977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AFG.1.6_1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Khwahan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691740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AFG.1.7_1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Kishim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33918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>
                          <a:effectLst/>
                        </a:rPr>
                        <a:t>AFG.1.8_1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L" sz="1100" u="none" strike="noStrike" dirty="0">
                          <a:effectLst/>
                        </a:rPr>
                        <a:t>Kuran </a:t>
                      </a:r>
                      <a:r>
                        <a:rPr lang="en-NL" sz="1100" u="none" strike="noStrike" dirty="0" err="1">
                          <a:effectLst/>
                        </a:rPr>
                        <a:t>Wa</a:t>
                      </a:r>
                      <a:r>
                        <a:rPr lang="en-NL" sz="1100" u="none" strike="noStrike" dirty="0">
                          <a:effectLst/>
                        </a:rPr>
                        <a:t> </a:t>
                      </a:r>
                      <a:r>
                        <a:rPr lang="en-NL" sz="1100" u="none" strike="noStrike" dirty="0" err="1">
                          <a:effectLst/>
                        </a:rPr>
                        <a:t>Munjan</a:t>
                      </a:r>
                      <a:endParaRPr lang="en-N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8717824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A1E26CC7-DADB-67D5-89AF-E4EC2FF3B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GADM IDs for levels 0-2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5519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25BF38-ECE8-B1E1-A39E-C24E1554E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18" y="234960"/>
            <a:ext cx="11959363" cy="638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42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10BCFF-4D3B-388A-F31C-24599F4BC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53" y="234960"/>
            <a:ext cx="11648493" cy="638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310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9270B7-F97B-D406-56CA-D4E9C9F6E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58" y="234960"/>
            <a:ext cx="11660684" cy="638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741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9934D9-0CBA-BAFD-4ED7-25B4F54F6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29" y="234960"/>
            <a:ext cx="11447341" cy="638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977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68701D-1762-71FC-D147-9D62A4043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10" y="234960"/>
            <a:ext cx="10990179" cy="638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020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149</Words>
  <Application>Microsoft Office PowerPoint</Application>
  <PresentationFormat>Widescreen</PresentationFormat>
  <Paragraphs>79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Aptos Narrow</vt:lpstr>
      <vt:lpstr>Arial</vt:lpstr>
      <vt:lpstr>Office Theme</vt:lpstr>
      <vt:lpstr>GADM IDs for levels 0-2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Roelfsema, Mark</dc:creator>
  <cp:lastModifiedBy>Roelfsema, Mark</cp:lastModifiedBy>
  <cp:revision>2</cp:revision>
  <dcterms:created xsi:type="dcterms:W3CDTF">2026-08-22T17:59:35Z</dcterms:created>
  <dcterms:modified xsi:type="dcterms:W3CDTF">2026-08-23T15:58:18Z</dcterms:modified>
</cp:coreProperties>
</file>