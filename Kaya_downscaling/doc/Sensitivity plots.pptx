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F44B-0EFB-B456-ED46-3E2303DA2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38D48-A5A8-B087-3994-F64F4585F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6B14-0277-0078-2E26-8C981820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124F7-EEAB-63F8-449D-D378E7E7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4D8F3-D079-2203-449B-E78B353C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D7A0-EB36-8405-9CC4-B4954412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1266-9C32-1553-725E-768D51C23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47547-1334-9CB4-BD1C-6D50A6A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B85C6-4AB0-EF97-81EC-E3CFBB1B6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5E7E2-D59F-FBB2-A31B-3A09702C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93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D8DB-0C65-AB5F-F53D-E8C343CE4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B1562-9971-1617-2E2F-0D481A7C4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3EB9D-0426-9106-B0FE-85856D1F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65AC5-93CC-F8F8-6180-F855D5E9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6ADD8-212D-8599-819F-9E12ACC6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08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A9AD-7E09-3C7B-50AA-8EED5BE9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E4476-25D0-4A61-DA4E-842BDB670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7D046-990B-1D1E-C995-77B78AFFF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9D59E-2358-88F1-4531-7EA90410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8BEB-1208-EB75-2A4A-D74C80A2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38BFD-DCC5-16B1-0763-1EC6CBD9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3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F9F0-2A6C-95B6-75AA-468DB393F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56094-DF26-3D90-7108-C2DBBC9E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1F949-4C20-08E6-0EC0-941FA63E1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A871B-F709-7972-99BC-F344D4499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DB83C-D9BF-F226-9A3C-0404571A3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22BFE1-412B-68E8-5EE6-0049CAFF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BD488-C30F-B1CE-C358-DFD2DA7A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87DB5-3C55-6AD0-378E-E1DD65FB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26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FF89-1CAF-71CB-3C5C-17138A4C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1DA24-A7A7-7F7B-D9EE-953DBF74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82825-8BE4-D48F-9F15-0F7CC9F4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5C1AA-2F80-3C83-9228-9C928032F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76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3D70C-6BB9-10C3-465A-C6D88F6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991F4-D92F-12EC-6E78-6614689B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68FA3-277E-5D7D-3C6C-46B237C8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53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4345-A6CC-8AD9-23E2-BEFC7231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6CDD6-2D17-7501-8E6E-0022B1953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FFBFF-CA7A-57F9-3A10-D64ADE560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ABD18-0F01-19EE-D813-3B17F636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891B0-5699-4C55-81EB-F6EE5BEF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EC036-1A91-0DC8-BE96-94973BD8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19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A067-B500-2B0F-7C28-93F11F85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AEEA42-EE46-5F7F-5F73-F731F5A340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FE82D-A195-969C-438B-58CE06713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F3774-B1E2-FABD-BC71-791B599B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65580-44D3-7646-94A5-5E5D27C1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8067B-81B8-9B41-F0B1-D1DFDE13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706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3150-62DB-46C9-5F35-E8FA48C5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27209-81B1-D818-7D10-F99E9ECCD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4C84-169D-1F97-8474-52741E69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20DDB-7315-3292-D779-0C355D279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8F884-2F4E-0AA3-4EEE-135F9B61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39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CF343-61A5-1183-C6A1-30AF2C70E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6FA5F-1B12-1CD5-D534-3E2ADA6F9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DAEFA-CCB6-A2FE-D37A-C3DB5D6A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FE7EA-5AD7-EE87-307E-726039F4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C3FEA-B13D-75B7-4F8E-34CF734E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37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FE2C9-DF2B-69A0-B19C-0694F2A9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6467E-5465-C2DC-0449-5587C3A92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41416-C3FD-1A81-F57A-A0A827126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4C9D4-26D1-443D-9B29-A657EE9CC46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3D3DA-A760-92F8-0E4F-9A48BBC10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1BE91-0D53-7981-42DA-16BC05C20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E9965-42C5-422A-BEDE-52E144687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42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34-4D06-6D20-1504-484960A1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versions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65AB-AFEF-1EBF-FE78-208DCFF7A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version – updated with sensitivities, using implementation based on submitted NCC version</a:t>
            </a:r>
          </a:p>
          <a:p>
            <a:r>
              <a:rPr lang="en-US" dirty="0"/>
              <a:t>Second version – used in NPJ Climate Action paper</a:t>
            </a:r>
          </a:p>
          <a:p>
            <a:r>
              <a:rPr lang="en-US" dirty="0"/>
              <a:t>Third version – small updates, no large changes on projections (only a few pixels)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78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674B62-4F17-51A8-5EFC-AD0FF4CE6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439" y="0"/>
            <a:ext cx="82231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C75A18-88DA-D8EE-A2E0-A7A6B4232C48}"/>
              </a:ext>
            </a:extLst>
          </p:cNvPr>
          <p:cNvSpPr txBox="1"/>
          <p:nvPr/>
        </p:nvSpPr>
        <p:spPr>
          <a:xfrm>
            <a:off x="0" y="0"/>
            <a:ext cx="204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version (NCC)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497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F86321-9C1D-6543-B172-0FC1B53C571A}"/>
              </a:ext>
            </a:extLst>
          </p:cNvPr>
          <p:cNvSpPr txBox="1"/>
          <p:nvPr/>
        </p:nvSpPr>
        <p:spPr>
          <a:xfrm>
            <a:off x="0" y="0"/>
            <a:ext cx="2151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version</a:t>
            </a:r>
            <a:br>
              <a:rPr lang="en-US" dirty="0"/>
            </a:br>
            <a:r>
              <a:rPr lang="en-US" dirty="0"/>
              <a:t>(NPJ climate action)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CA853-7DDB-DD4D-376E-82BD32A1D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439" y="0"/>
            <a:ext cx="8223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6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33D68C-65EC-1130-EC36-0FC2867C737B}"/>
              </a:ext>
            </a:extLst>
          </p:cNvPr>
          <p:cNvSpPr txBox="1"/>
          <p:nvPr/>
        </p:nvSpPr>
        <p:spPr>
          <a:xfrm>
            <a:off x="0" y="0"/>
            <a:ext cx="1445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Third version</a:t>
            </a:r>
          </a:p>
          <a:p>
            <a:r>
              <a:rPr lang="en-US" dirty="0"/>
              <a:t>(update)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D523E-CF0F-011D-D539-7AF8223C3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4439" y="1"/>
            <a:ext cx="822312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1F08C-88CD-0742-B393-0FCBA2F43FD2}"/>
              </a:ext>
            </a:extLst>
          </p:cNvPr>
          <p:cNvSpPr txBox="1"/>
          <p:nvPr/>
        </p:nvSpPr>
        <p:spPr>
          <a:xfrm>
            <a:off x="0" y="0"/>
            <a:ext cx="138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version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5B3BD-0FC3-A2BC-1903-7692CB412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49" y="1197859"/>
            <a:ext cx="10165101" cy="44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30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1230A-DCC4-47D4-8E1A-6487C9167477}"/>
              </a:ext>
            </a:extLst>
          </p:cNvPr>
          <p:cNvSpPr txBox="1"/>
          <p:nvPr/>
        </p:nvSpPr>
        <p:spPr>
          <a:xfrm>
            <a:off x="0" y="0"/>
            <a:ext cx="170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version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33ACB-163B-65D3-813D-E7CD5A3E6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49" y="1197859"/>
            <a:ext cx="10165101" cy="44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8000-6674-7601-C1A8-A8BFA7A1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358908-14B5-9D13-EB09-DE51D860B047}"/>
              </a:ext>
            </a:extLst>
          </p:cNvPr>
          <p:cNvSpPr txBox="1"/>
          <p:nvPr/>
        </p:nvSpPr>
        <p:spPr>
          <a:xfrm>
            <a:off x="0" y="0"/>
            <a:ext cx="144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Third version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C61AF-6DDE-DCF8-3BD8-8685DF87A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449" y="1378047"/>
            <a:ext cx="10165100" cy="410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0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44742-E006-FF93-7F05-8B45C6763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7" y="873247"/>
            <a:ext cx="10250445" cy="51115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73059-2664-04DD-25C5-48172F62755B}"/>
              </a:ext>
            </a:extLst>
          </p:cNvPr>
          <p:cNvSpPr txBox="1"/>
          <p:nvPr/>
        </p:nvSpPr>
        <p:spPr>
          <a:xfrm>
            <a:off x="0" y="0"/>
            <a:ext cx="441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 Second/Third version (absolute)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6068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14729-2493-4201-444E-934FBDF47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49" y="873247"/>
            <a:ext cx="10088901" cy="51115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F819E0-D805-DFF8-8CC9-E48ACB375651}"/>
              </a:ext>
            </a:extLst>
          </p:cNvPr>
          <p:cNvSpPr txBox="1"/>
          <p:nvPr/>
        </p:nvSpPr>
        <p:spPr>
          <a:xfrm>
            <a:off x="0" y="0"/>
            <a:ext cx="466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 Second/Third version (percentage)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005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80B29-87EB-71F5-BE7F-8C16B9EE9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10" y="803142"/>
            <a:ext cx="9966980" cy="5251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E84A21-FEEE-D386-181C-D2CBE4580C47}"/>
              </a:ext>
            </a:extLst>
          </p:cNvPr>
          <p:cNvSpPr txBox="1"/>
          <p:nvPr/>
        </p:nvSpPr>
        <p:spPr>
          <a:xfrm>
            <a:off x="0" y="0"/>
            <a:ext cx="639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 unharmonized/harmonized (Third version, absolute)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8444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EBB04E-E45D-416B-3DBD-68D14CB15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22" y="873247"/>
            <a:ext cx="9927356" cy="51115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07C467-F792-77E8-A910-61C8042BC426}"/>
              </a:ext>
            </a:extLst>
          </p:cNvPr>
          <p:cNvSpPr txBox="1"/>
          <p:nvPr/>
        </p:nvSpPr>
        <p:spPr>
          <a:xfrm>
            <a:off x="0" y="0"/>
            <a:ext cx="6642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 unharmonized/harmonized (Third version, percentage)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6191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103</Words>
  <Application>Microsoft Office PowerPoint</Application>
  <PresentationFormat>Widescreen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Comparison of versions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Roelfsema, Mark</dc:creator>
  <cp:lastModifiedBy>Roelfsema, Mark</cp:lastModifiedBy>
  <cp:revision>9</cp:revision>
  <dcterms:created xsi:type="dcterms:W3CDTF">2026-10-01T10:27:50Z</dcterms:created>
  <dcterms:modified xsi:type="dcterms:W3CDTF">2026-10-09T11:32:48Z</dcterms:modified>
</cp:coreProperties>
</file>